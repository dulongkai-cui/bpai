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?????.pptx</dc:title>
  <dc:subject>BPAI blank slide template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